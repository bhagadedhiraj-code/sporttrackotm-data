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31720" y="5303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Arial"/>
              </a:defRPr>
            </a:pPr>
            <a:r>
              <a:t>DEPARTMENT OF 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863840" cy="1143000"/>
          </a:xfrm>
          <a:prstGeom prst="rect">
            <a:avLst/>
          </a:prstGeom>
          <a:noFill/>
          <a:ln w="19050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B528E"/>
                </a:solidFill>
                <a:latin typeface="Arial"/>
              </a:defRPr>
            </a:pPr>
            <a:r>
              <a:t>TECHNICAL SEMINAR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3154680"/>
            <a:ext cx="6309360" cy="914400"/>
          </a:xfrm>
          <a:prstGeom prst="rect">
            <a:avLst/>
          </a:prstGeom>
          <a:noFill/>
          <a:ln w="19050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33375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B528E"/>
                </a:solidFill>
                <a:latin typeface="Arial"/>
              </a:defRPr>
            </a:pPr>
            <a:r>
              <a:t>T.E. Sem-V</a:t>
            </a:r>
            <a:br/>
            <a:r>
              <a:t>2026-27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32323"/>
                </a:solidFill>
                <a:latin typeface="Arial"/>
              </a:defRPr>
            </a:pPr>
            <a:r>
              <a:t>Flora Institute of Technology, Khopi, Pune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10" name="Picture 9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"/>
            <a:ext cx="1965960" cy="6198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5400000">
            <a:off x="822960" y="1533548"/>
            <a:ext cx="1920240" cy="3520440"/>
          </a:xfrm>
          <a:prstGeom prst="triangle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25880" y="868680"/>
            <a:ext cx="7315200" cy="1234440"/>
          </a:xfrm>
          <a:prstGeom prst="rect">
            <a:avLst/>
          </a:prstGeom>
          <a:solidFill>
            <a:srgbClr val="4B7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4752" y="1069848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0">
                <a:solidFill>
                  <a:srgbClr val="DC1E1E"/>
                </a:solidFill>
                <a:latin typeface="Arial"/>
              </a:defRPr>
            </a:pPr>
            <a:r>
              <a:t>ONLINE SPORTS TEAM</a:t>
            </a:r>
            <a:br/>
            <a: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Arial"/>
              </a:defRPr>
            </a:pPr>
            <a:r>
              <a:t>☐ Presented By: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794760"/>
            <a:ext cx="4206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 </a:t>
            </a:r>
            <a:r>
              <a:rPr dirty="0"/>
              <a:t>Bhagade Dhiraj Bhalchandra  •  Roll No.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Arial"/>
              </a:defRPr>
            </a:pPr>
            <a:r>
              <a:t>☐ Guided By: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434840"/>
            <a:ext cx="3840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Prof. Jaydeep Lokhande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11" name="Picture 10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"/>
            <a:ext cx="1417320" cy="4469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28E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28E"/>
                </a:solidFill>
                <a:latin typeface="Arial Narrow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594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B528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092440" cy="36576"/>
          </a:xfrm>
          <a:prstGeom prst="rect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Arial"/>
              </a:defRPr>
            </a:pPr>
            <a:r>
              <a:t>Sports-team information is often split across paper records, spreadsheets and messaging apps.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7132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Centralize player, team, match and training information.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Maintain attendance and performance records.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Allow players to view schedules, statistics and updates.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Use role-based access for administrators, coaches and players.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28E"/>
                </a:solidFill>
                <a:latin typeface="Arial"/>
              </a:defRPr>
            </a:pPr>
            <a: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937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28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28E"/>
                </a:solidFill>
                <a:latin typeface="Arial"/>
              </a:defRPr>
            </a:pPr>
            <a:r>
              <a:t>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5394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28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28E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852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28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080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28E"/>
                </a:solidFill>
                <a:latin typeface="Arial"/>
              </a:defRPr>
            </a:pPr>
            <a:r>
              <a:t>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17" name="Picture 16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"/>
            <a:ext cx="1417320" cy="4469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28E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28E"/>
                </a:solidFill>
                <a:latin typeface="Arial Narrow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594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B528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092440" cy="36576"/>
          </a:xfrm>
          <a:prstGeom prst="rect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B528E"/>
                </a:solidFill>
                <a:latin typeface="Arial"/>
              </a:defRPr>
            </a:pPr>
            <a:r>
              <a:t>TURN TEAM CHAOS INTO ONE SIMPLE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611880" cy="132588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671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671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LESS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33375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Replace repetitive manual record keeping.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057400"/>
            <a:ext cx="3611880" cy="132588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1671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1671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ONE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60320"/>
            <a:ext cx="33375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Keep schedules, players and updates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3611880" cy="132588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587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587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TRACK 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59"/>
            <a:ext cx="33375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Make participation and performance easier to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749039"/>
            <a:ext cx="3611880" cy="132588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600" y="38587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8587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BETTER COORDINATION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251959"/>
            <a:ext cx="33375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Connect admins, coaches and players.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25" name="Picture 24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"/>
            <a:ext cx="1417320" cy="4469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28E"/>
                </a:solidFill>
                <a:latin typeface="Arial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28E"/>
                </a:solidFill>
                <a:latin typeface="Arial Narrow"/>
              </a:defRPr>
            </a:pPr>
            <a: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594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B528E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092440" cy="36576"/>
          </a:xfrm>
          <a:prstGeom prst="rect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611880" cy="150876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27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2704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Sports Event Scheduler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33375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Uses Genetic and Round Robin approaches for sports-event scheduling.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417320"/>
            <a:ext cx="3611880" cy="150876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1527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52704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Small &amp; Medium Sports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2" y="2212848"/>
            <a:ext cx="33375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rPr dirty="0"/>
              <a:t>Focuses on the design and implementation of sports-event management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46120"/>
            <a:ext cx="3611880" cy="150876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3558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5584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Sports Events Organization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49039"/>
            <a:ext cx="33375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Studies organization and management of sports events.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3246120"/>
            <a:ext cx="3611880" cy="150876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600" y="33558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35584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Sports Computer-Integrated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2" y="3968165"/>
            <a:ext cx="33375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rPr dirty="0"/>
              <a:t>Explores computer-integrated sports management in network environments.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28E"/>
                </a:solidFill>
                <a:latin typeface="Arial"/>
              </a:defRPr>
            </a:pPr>
            <a:r>
              <a:t>PROJECT DIRECTION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13892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A simpler team-level system focused on daily management rather than a complex tournament engine.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26" name="Picture 25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"/>
            <a:ext cx="1417320" cy="4469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28E"/>
                </a:solidFill>
                <a:latin typeface="Arial"/>
              </a:defRPr>
            </a:pPr>
            <a:r>
              <a:t>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28E"/>
                </a:solidFill>
                <a:latin typeface="Arial Narrow"/>
              </a:defRPr>
            </a:pPr>
            <a:r>
              <a:t>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594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B528E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092440" cy="36576"/>
          </a:xfrm>
          <a:prstGeom prst="rect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611880" cy="132588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27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2704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33375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Create / Read / Update / Delete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611880" cy="132588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27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52704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ROLE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33375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Admin / Coach / Player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3611880" cy="132588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1729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729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66160"/>
            <a:ext cx="33375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Find records quickly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063240"/>
            <a:ext cx="3611880" cy="132588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31729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1729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566160"/>
            <a:ext cx="33375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Store match-level statistics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709160"/>
            <a:ext cx="3611880" cy="132588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81888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81888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12080"/>
            <a:ext cx="33375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Share schedule updates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709160"/>
            <a:ext cx="3611880" cy="132588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481888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81888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28E"/>
                </a:solidFill>
                <a:latin typeface="Arial"/>
              </a:defRPr>
            </a:pPr>
            <a:r>
              <a:t>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212080"/>
            <a:ext cx="33375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Summaries and dashboards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32" name="Picture 31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"/>
            <a:ext cx="1417320" cy="4469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28E"/>
                </a:solidFill>
                <a:latin typeface="Arial"/>
              </a:defRPr>
            </a:pPr>
            <a:r>
              <a:t>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28E"/>
                </a:solidFill>
                <a:latin typeface="Arial Narrow"/>
              </a:defRPr>
            </a:pPr>
            <a:r>
              <a:t>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594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B528E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092440" cy="36576"/>
          </a:xfrm>
          <a:prstGeom prst="rect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528E"/>
                </a:solidFill>
                <a:latin typeface="Arial"/>
              </a:defRPr>
            </a:pPr>
            <a:r>
              <a:t>ATTENDANCE PERCENTAGE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68296"/>
            <a:ext cx="347472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7513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323"/>
                </a:solidFill>
                <a:latin typeface="Arial"/>
              </a:defRPr>
            </a:pPr>
            <a:r>
              <a:rPr dirty="0"/>
              <a:t>Present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797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B528E"/>
                </a:solidFill>
                <a:latin typeface="Arial"/>
              </a:defRPr>
            </a:pPr>
            <a:r>
              <a:rPr dirty="0"/>
              <a:t>────────────── ×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8441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32323"/>
                </a:solidFill>
                <a:latin typeface="Arial"/>
              </a:defRPr>
            </a:pPr>
            <a:r>
              <a:rPr dirty="0"/>
              <a:t>Total Sessions</a:t>
            </a:r>
          </a:p>
        </p:txBody>
      </p:sp>
      <p:sp>
        <p:nvSpPr>
          <p:cNvPr id="12" name="Oval 11"/>
          <p:cNvSpPr/>
          <p:nvPr/>
        </p:nvSpPr>
        <p:spPr>
          <a:xfrm>
            <a:off x="4800600" y="1417320"/>
            <a:ext cx="411480" cy="411480"/>
          </a:xfrm>
          <a:prstGeom prst="ellipse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147218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453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Arial"/>
              </a:defRPr>
            </a:pPr>
            <a:r>
              <a:t>Read total sessions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2240280"/>
            <a:ext cx="411480" cy="411480"/>
          </a:xfrm>
          <a:prstGeom prst="ellipse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229514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276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Arial"/>
              </a:defRPr>
            </a:pPr>
            <a:r>
              <a:t>Count present sessions</a:t>
            </a:r>
          </a:p>
        </p:txBody>
      </p:sp>
      <p:sp>
        <p:nvSpPr>
          <p:cNvPr id="18" name="Oval 17"/>
          <p:cNvSpPr/>
          <p:nvPr/>
        </p:nvSpPr>
        <p:spPr>
          <a:xfrm>
            <a:off x="4800600" y="3063240"/>
            <a:ext cx="411480" cy="411480"/>
          </a:xfrm>
          <a:prstGeom prst="ellipse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311810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0998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Arial"/>
              </a:defRPr>
            </a:pPr>
            <a:r>
              <a:t>Divide present by total</a:t>
            </a:r>
          </a:p>
        </p:txBody>
      </p:sp>
      <p:sp>
        <p:nvSpPr>
          <p:cNvPr id="21" name="Oval 20"/>
          <p:cNvSpPr/>
          <p:nvPr/>
        </p:nvSpPr>
        <p:spPr>
          <a:xfrm>
            <a:off x="4800600" y="3886200"/>
            <a:ext cx="411480" cy="411480"/>
          </a:xfrm>
          <a:prstGeom prst="ellipse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3941063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9227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Arial"/>
              </a:defRPr>
            </a:pPr>
            <a:r>
              <a:t>Multiply result by 100</a:t>
            </a:r>
          </a:p>
        </p:txBody>
      </p:sp>
      <p:sp>
        <p:nvSpPr>
          <p:cNvPr id="24" name="Oval 23"/>
          <p:cNvSpPr/>
          <p:nvPr/>
        </p:nvSpPr>
        <p:spPr>
          <a:xfrm>
            <a:off x="4800600" y="4709160"/>
            <a:ext cx="411480" cy="411480"/>
          </a:xfrm>
          <a:prstGeom prst="ellipse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600" y="476402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745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Arial"/>
              </a:defRPr>
            </a:pPr>
            <a:r>
              <a:t>Display attendance percentage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4903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32323"/>
                </a:solidFill>
                <a:latin typeface="Arial"/>
              </a:defRPr>
            </a:pPr>
            <a:r>
              <a:t>No complex AI is required for the basic prototype.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29" name="Picture 28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"/>
            <a:ext cx="1417320" cy="4469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28E"/>
                </a:solidFill>
                <a:latin typeface="Arial"/>
              </a:defRPr>
            </a:pPr>
            <a:r>
              <a:t>PROS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28E"/>
                </a:solidFill>
                <a:latin typeface="Arial Narrow"/>
              </a:defRPr>
            </a:pPr>
            <a: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594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B528E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092440" cy="36576"/>
          </a:xfrm>
          <a:prstGeom prst="rect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• Centralized team information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• Less manual record keeping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• Easy schedule and update access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• Organized attendance and performance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• Role-based control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• Can be extended to other sports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9" name="Picture 8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"/>
            <a:ext cx="1417320" cy="4469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28E"/>
                </a:solidFill>
                <a:latin typeface="Arial"/>
              </a:defRPr>
            </a:pPr>
            <a:r>
              <a:t>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28E"/>
                </a:solidFill>
                <a:latin typeface="Arial Narrow"/>
              </a:defRPr>
            </a:pPr>
            <a:r>
              <a:t>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594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B528E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092440" cy="36576"/>
          </a:xfrm>
          <a:prstGeom prst="rect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7040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• Needs accurate user data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• Requires network access in deployment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• Advanced live scoring is outside basic scope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• Notification features depend on implementation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• Security needs attention for real-world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9" name="Picture 8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"/>
            <a:ext cx="1417320" cy="4469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28E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28E"/>
                </a:solidFill>
                <a:latin typeface="Arial Narrow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594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B528E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092440" cy="36576"/>
          </a:xfrm>
          <a:prstGeom prst="rect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7223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• Support additional sports and team types.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• Add richer analytics and performance tracking.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• Extend notification capabilities for schedules and updates.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• Introduce live-scoring features beyond the basic prototype.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• Scale the design for broader team-management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9" name="Picture 8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"/>
            <a:ext cx="1417320" cy="4469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28E"/>
                </a:solidFill>
                <a:latin typeface="Arial"/>
              </a:defRPr>
            </a:pPr>
            <a:r>
              <a:t>ANALYTICAL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28E"/>
                </a:solidFill>
                <a:latin typeface="Arial Narrow"/>
              </a:defRPr>
            </a:pPr>
            <a:r>
              <a:t>Analytical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594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B528E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092440" cy="36576"/>
          </a:xfrm>
          <a:prstGeom prst="rect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28E"/>
                </a:solidFill>
                <a:latin typeface="Arial"/>
              </a:defRPr>
            </a:pPr>
            <a:r>
              <a:t>BLOCK / DESIGN DIAGRAM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960120" cy="502920"/>
          </a:xfrm>
          <a:prstGeom prst="roundRect">
            <a:avLst/>
          </a:prstGeom>
          <a:solidFill>
            <a:srgbClr val="F2F5F9"/>
          </a:solidFill>
          <a:ln>
            <a:solidFill>
              <a:srgbClr val="2B5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528E"/>
                </a:solidFill>
                <a:latin typeface="Arial"/>
              </a:defRPr>
            </a:pPr>
            <a:r>
              <a:t>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783080"/>
            <a:ext cx="960120" cy="502920"/>
          </a:xfrm>
          <a:prstGeom prst="roundRect">
            <a:avLst/>
          </a:prstGeom>
          <a:solidFill>
            <a:srgbClr val="F2F5F9"/>
          </a:solidFill>
          <a:ln>
            <a:solidFill>
              <a:srgbClr val="2B5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192024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528E"/>
                </a:solidFill>
                <a:latin typeface="Arial"/>
              </a:defRPr>
            </a:pPr>
            <a:r>
              <a:t>COACH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783080"/>
            <a:ext cx="960120" cy="502920"/>
          </a:xfrm>
          <a:prstGeom prst="roundRect">
            <a:avLst/>
          </a:prstGeom>
          <a:solidFill>
            <a:srgbClr val="F2F5F9"/>
          </a:solidFill>
          <a:ln>
            <a:solidFill>
              <a:srgbClr val="2B5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192024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528E"/>
                </a:solidFill>
                <a:latin typeface="Arial"/>
              </a:defRPr>
            </a:pPr>
            <a:r>
              <a:t>PLAYER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06040"/>
            <a:ext cx="283464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2B5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28E"/>
                </a:solidFill>
                <a:latin typeface="Arial"/>
              </a:defRPr>
            </a:pPr>
            <a:r>
              <a:t>WEB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108960"/>
            <a:ext cx="2505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323"/>
                </a:solidFill>
                <a:latin typeface="Arial"/>
              </a:defRPr>
            </a:pPr>
            <a:r>
              <a:t>Authentication • Business Logic • Dashboards • Module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069080"/>
            <a:ext cx="283464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2B5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28E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572000"/>
            <a:ext cx="2505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323"/>
                </a:solidFill>
                <a:latin typeface="Arial"/>
              </a:defRPr>
            </a:pPr>
            <a:r>
              <a:t>Users &amp; Teams • Matches &amp; Training • Attendance •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331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28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7673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28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5230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28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926080"/>
            <a:ext cx="1234440" cy="914400"/>
          </a:xfrm>
          <a:prstGeom prst="roundRect">
            <a:avLst/>
          </a:prstGeom>
          <a:solidFill>
            <a:srgbClr val="4B7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70832" y="31363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REPORTS</a:t>
            </a:r>
            <a:br/>
            <a:r>
              <a:t>&amp; STATS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12984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28E"/>
                </a:solidFill>
                <a:latin typeface="Arial"/>
              </a:defRPr>
            </a:pPr>
            <a:r>
              <a:t>PROPOSED TEST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1. CRUD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2. Attendance calculation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3. Access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4. Scheduling visibility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5. Performance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51663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2B528E"/>
                </a:solidFill>
                <a:latin typeface="Arial"/>
              </a:defRPr>
            </a:pPr>
            <a:r>
              <a:t>Expected: accurate records • simple navigation • reduced manual coordination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33" name="Picture 32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"/>
            <a:ext cx="1417320" cy="4469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28E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28E"/>
                </a:solidFill>
                <a:latin typeface="Arial Narrow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594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B528E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092440" cy="36576"/>
          </a:xfrm>
          <a:prstGeom prst="rect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B528E"/>
                </a:solidFill>
                <a:latin typeface="Arial"/>
              </a:defRPr>
            </a:pPr>
            <a:r>
              <a:t>A SMALL SYSTEM WITH A CLEAR PURPOSE.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The platform centralizes day-to-day sports-team management.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It addresses manual records, scattered communication and performance tracking.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The prototype can rely on straightforward web techniques rather than complex algorithms.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It improves coordination among administrators, coaches and players.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The design can later scale to additional sports, analytics, notifications or live scoring.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715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28E"/>
                </a:solidFill>
                <a:latin typeface="Arial"/>
              </a:defRPr>
            </a:pPr>
            <a:r>
              <a:t>SIMPLE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5715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28E"/>
                </a:solidFill>
                <a:latin typeface="Arial"/>
              </a:defRPr>
            </a:pPr>
            <a:r>
              <a:t>USEFUL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715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28E"/>
                </a:solidFill>
                <a:latin typeface="Arial"/>
              </a:defRPr>
            </a:pPr>
            <a:r>
              <a:t>SCALABLE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13" name="Picture 12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"/>
            <a:ext cx="1417320" cy="4469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28E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28E"/>
                </a:solidFill>
                <a:latin typeface="Arial Narrow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594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B528E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092440" cy="36576"/>
          </a:xfrm>
          <a:prstGeom prst="rect">
            <a:avLst/>
          </a:prstGeom>
          <a:solidFill>
            <a:srgbClr val="2B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28E"/>
                </a:solidFill>
                <a:latin typeface="Arial"/>
              </a:defRPr>
            </a:pPr>
            <a:r>
              <a:rPr lang="en-US" dirty="0"/>
              <a:t>1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43000" y="1298448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“Sports Event Scheduler using Genetic and Round Robin Algorithm,” IEEE Conference Publication, IEEE Xplore.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28E"/>
                </a:solidFill>
                <a:latin typeface="Arial"/>
              </a:defRPr>
            </a:pPr>
            <a:r>
              <a:rPr dirty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67128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“Design and Implementation of Small and Medium Sports Events Management System,” IEEE Conference Publication, IEEE Xplore.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39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28E"/>
                </a:solidFill>
                <a:latin typeface="Arial"/>
              </a:defRPr>
            </a:pPr>
            <a:r>
              <a:rPr dirty="0"/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35808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“The Research on Sports Events Organization and Management,” IEEE Conference Publication, IEEE Xplore.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28E"/>
                </a:solidFill>
                <a:latin typeface="Arial"/>
              </a:defRPr>
            </a:pPr>
            <a:r>
              <a:rPr dirty="0"/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4487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“Research on Sports Computer Integrated Management System Based on Network Environment under the Background of Smart Sports,” IEEE Conference Publication, IEEE Xplore.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28E"/>
                </a:solidFill>
                <a:latin typeface="Arial"/>
              </a:defRPr>
            </a:pPr>
            <a:r>
              <a:rPr lang="en-US" dirty="0"/>
              <a:t>5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143000" y="4773168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  <a:latin typeface="Arial"/>
              </a:defRPr>
            </a:pPr>
            <a:r>
              <a:t>“Design and Actualization of Management System in Sports Teaching,” IEEE Conference Publication, IEEE Xplore.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9788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5A5A5"/>
                </a:solidFill>
                <a:latin typeface="Arial"/>
              </a:defRPr>
            </a:pPr>
            <a:r>
              <a:t>References are based on the submitted project synopsis.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19" name="Picture 18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"/>
            <a:ext cx="1417320" cy="4469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B528E"/>
                </a:solidFill>
                <a:latin typeface="Arial"/>
              </a:defRPr>
            </a:pPr>
            <a:r>
              <a:t>THANK YOU!!!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32323"/>
                </a:solidFill>
                <a:latin typeface="Arial"/>
              </a:defRPr>
            </a:pPr>
            <a:r>
              <a:t>ONLINE SPORTS TEAM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519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323"/>
                </a:solidFill>
                <a:latin typeface="Arial"/>
              </a:defRPr>
            </a:pPr>
            <a:r>
              <a:t>Bhagade Dhiraj Bhalchandra • Roll No.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5A5A5"/>
                </a:solidFill>
                <a:latin typeface="Arial"/>
              </a:defRPr>
            </a:pPr>
            <a:r>
              <a:t>19/09/2026</a:t>
            </a:r>
          </a:p>
        </p:txBody>
      </p:sp>
      <p:pic>
        <p:nvPicPr>
          <p:cNvPr id="7" name="Picture 6" descr="template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"/>
            <a:ext cx="1417320" cy="4469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740</Words>
  <Application>Microsoft Office PowerPoint</Application>
  <PresentationFormat>On-screen Show (4:3)</PresentationFormat>
  <Paragraphs>186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dhiraj bhagade</cp:lastModifiedBy>
  <cp:revision>6</cp:revision>
  <dcterms:created xsi:type="dcterms:W3CDTF">2013-01-27T09:14:16Z</dcterms:created>
  <dcterms:modified xsi:type="dcterms:W3CDTF">2026-10-15T04:52:13Z</dcterms:modified>
  <cp:category/>
</cp:coreProperties>
</file>