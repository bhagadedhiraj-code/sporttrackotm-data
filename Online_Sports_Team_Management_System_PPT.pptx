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365760"/>
            <a:ext cx="1920240" cy="1920240"/>
          </a:xfrm>
          <a:prstGeom prst="ellipse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4937760"/>
            <a:ext cx="1280160" cy="1280160"/>
          </a:xfrm>
          <a:prstGeom prst="ellipse">
            <a:avLst/>
          </a:prstGeom>
          <a:solidFill>
            <a:srgbClr val="2C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" y="5303520"/>
            <a:ext cx="914400" cy="914400"/>
          </a:xfrm>
          <a:prstGeom prst="ellipse">
            <a:avLst/>
          </a:prstGeom>
          <a:solidFill>
            <a:srgbClr val="E0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3800" b="1">
                <a:solidFill>
                  <a:srgbClr val="FFFFFF"/>
                </a:solidFill>
              </a:defRPr>
            </a:pPr>
            <a:r>
              <a:t>ONLINE SPORTS TEAM</a:t>
            </a:r>
            <a:br/>
            <a:r>
              <a:t>MANAGEMENT SYSTEM</a:t>
            </a:r>
          </a:p>
          <a:p>
            <a:pPr>
              <a:defRPr sz="2000">
                <a:solidFill>
                  <a:srgbClr val="D2DCEB"/>
                </a:solidFill>
              </a:defRPr>
            </a:pPr>
            <a:r>
              <a:t>A web-based platform for organized team administration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6858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</a:defRPr>
            </a:pPr>
            <a:r>
              <a:t>Student: Bhagade Dhiraj Bhalchandra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</a:defRPr>
            </a:pPr>
            <a:r>
              <a:t>Roll No.: 03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</a:defRPr>
            </a:pPr>
            <a:r>
              <a:t>Semester: T.Y. Semester-V (2026–27)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ECDE1"/>
                </a:solidFill>
              </a:defRPr>
            </a:pPr>
            <a:r>
              <a:t>Department of Computer Engineering • Flora Institute of Technology, Pune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1.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DCEB"/>
                </a:solidFill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A centralized web platform to manage sports teams, players, coaches, matches, training sessions and team activities.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Replaces scattered spreadsheets, paper records and messaging-based coordination with organized digital records.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Administrators and coaches can manage player profiles, teams, schedules, attendance, performance and announcements.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Players can log in to view schedules, match details, training sessions, statistics and team updates.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Role-based access helps ensure that users see and manage only the information relevant to their responsibilities.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2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T.Y.B.Tech Computer Engineering • Flora Institute of Technology, Pune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47104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2.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DCEB"/>
                </a:solidFill>
              </a:defRPr>
            </a:pPr>
            <a:r>
              <a:t>Why this system?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0749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73152" cy="1783080"/>
          </a:xfrm>
          <a:prstGeom prst="rect">
            <a:avLst/>
          </a:prstGeom>
          <a:solidFill>
            <a:srgbClr val="E0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80744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Manual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47088"/>
            <a:ext cx="47091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Paper files and spreadsheets can become difficult to maintain and update.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0749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73152" cy="178308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380744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Scattered 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847088"/>
            <a:ext cx="47091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Important match and training updates may be spread across different messaging channels.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74720"/>
            <a:ext cx="50749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474720"/>
            <a:ext cx="73152" cy="1783080"/>
          </a:xfrm>
          <a:prstGeom prst="rect">
            <a:avLst/>
          </a:prstGeom>
          <a:solidFill>
            <a:srgbClr val="2C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621024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Performance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087368"/>
            <a:ext cx="47091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Coaches need an organized way to record and review player participation and performance.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74720"/>
            <a:ext cx="50749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474720"/>
            <a:ext cx="73152" cy="178308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621024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Better Coordination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087368"/>
            <a:ext cx="47091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A single platform can connect administrators, coaches and players through shared information.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2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65392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T.Y.B.Tech Computer Engineering • Flora Institute of Technology, Pune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47104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3. 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DCEB"/>
                </a:solidFill>
              </a:defRPr>
            </a:pPr>
            <a:r>
              <a:t>Research basis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73152" cy="11430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197863"/>
            <a:ext cx="4983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Sports Event Scheduler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664207"/>
            <a:ext cx="4937759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Explores scheduling approaches for sports events, including Genetic and Round Robin based scheduling.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05156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051560"/>
            <a:ext cx="73152" cy="1143000"/>
          </a:xfrm>
          <a:prstGeom prst="rect">
            <a:avLst/>
          </a:prstGeom>
          <a:solidFill>
            <a:srgbClr val="2C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197863"/>
            <a:ext cx="4983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Small &amp; Medium Sports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664207"/>
            <a:ext cx="4937759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Focuses on designing management systems for organizing sports events.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51460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514600"/>
            <a:ext cx="73152" cy="1143000"/>
          </a:xfrm>
          <a:prstGeom prst="rect">
            <a:avLst/>
          </a:prstGeom>
          <a:solidFill>
            <a:srgbClr val="E0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660904"/>
            <a:ext cx="4983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Sports Events Organization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127248"/>
            <a:ext cx="4937759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Highlights the role of digital systems in sports event organization and management.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51460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2514600"/>
            <a:ext cx="73152" cy="11430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2660904"/>
            <a:ext cx="4983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Sports Computer-Integrated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127248"/>
            <a:ext cx="4937759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Examines computer-integrated management of sports activities in a network environment.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977639"/>
            <a:ext cx="10835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977639"/>
            <a:ext cx="73152" cy="1234440"/>
          </a:xfrm>
          <a:prstGeom prst="rect">
            <a:avLst/>
          </a:prstGeom>
          <a:solidFill>
            <a:srgbClr val="2C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123944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Research Gap / Project Direction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4590288"/>
            <a:ext cx="10469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The proposed project focuses on a simpler team-level platform: player management, schedules, attendance, performance records and announcements rather than a complex tournament engine.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2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565392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T.Y.B.Tech Computer Engineering • Flora Institute of Technology, Pune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47104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4. Techniques / Algorithms –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DCEB"/>
                </a:solidFill>
              </a:defRPr>
            </a:pPr>
            <a:r>
              <a:t>Simple, practical 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051560"/>
            <a:ext cx="73152" cy="1874519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197863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CRUD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664207"/>
            <a:ext cx="315468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Create, Read, Update and Delete are used for players, teams, matches, training sessions, attendance and announcements.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0515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051560"/>
            <a:ext cx="73152" cy="1874519"/>
          </a:xfrm>
          <a:prstGeom prst="rect">
            <a:avLst/>
          </a:prstGeom>
          <a:solidFill>
            <a:srgbClr val="2C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197863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Role-Based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664207"/>
            <a:ext cx="315468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Different roles such as Admin, Coach and Player receive access to appropriate modules.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0515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051560"/>
            <a:ext cx="73152" cy="1874519"/>
          </a:xfrm>
          <a:prstGeom prst="rect">
            <a:avLst/>
          </a:prstGeom>
          <a:solidFill>
            <a:srgbClr val="E0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197863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Search / Filtering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664207"/>
            <a:ext cx="315468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Basic filtering can help coaches find players, matches or records quickly.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3375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3337560"/>
            <a:ext cx="73152" cy="1874519"/>
          </a:xfrm>
          <a:prstGeom prst="rect">
            <a:avLst/>
          </a:prstGeom>
          <a:solidFill>
            <a:srgbClr val="2C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483864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Attendance 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950208"/>
            <a:ext cx="315468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Attendance % = (Present Sessions / Total Sessions) × 100.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3375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337560"/>
            <a:ext cx="73152" cy="1874519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3483864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Performance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3950208"/>
            <a:ext cx="315468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Store match participation and selected performance measures to review individual progress.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375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37560"/>
            <a:ext cx="73152" cy="1874519"/>
          </a:xfrm>
          <a:prstGeom prst="rect">
            <a:avLst/>
          </a:prstGeom>
          <a:solidFill>
            <a:srgbClr val="E0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483864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Notifications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950208"/>
            <a:ext cx="315468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Announcements and schedule updates keep players informed about team activities.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2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65392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T.Y.B.Tech Computer Engineering • Flora Institute of Technology, Pune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47104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5. Block / Design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DCEB"/>
                </a:solidFill>
              </a:defRPr>
            </a:pPr>
            <a: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2286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51760"/>
            <a:ext cx="2286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Coach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977639"/>
            <a:ext cx="2286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Player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2514600"/>
            <a:ext cx="2743200" cy="1280160"/>
          </a:xfrm>
          <a:prstGeom prst="roundRect">
            <a:avLst/>
          </a:prstGeom>
          <a:solidFill>
            <a:srgbClr val="E8F0FC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33C"/>
                </a:solidFill>
              </a:defRPr>
            </a:pPr>
            <a:r>
              <a:t>Web Application</a:t>
            </a:r>
            <a:br/>
            <a:r>
              <a:t>UI + Business 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514600"/>
            <a:ext cx="2560320" cy="1280160"/>
          </a:xfrm>
          <a:prstGeom prst="roundRect">
            <a:avLst/>
          </a:prstGeom>
          <a:solidFill>
            <a:srgbClr val="EBF7F0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33C"/>
                </a:solidFill>
              </a:defRPr>
            </a:pPr>
            <a:r>
              <a:t>Database</a:t>
            </a:r>
            <a:br/>
            <a:r>
              <a:t>Users • Teams •</a:t>
            </a:r>
            <a:br/>
            <a:r>
              <a:t>Matches •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514600"/>
            <a:ext cx="1097280" cy="1280160"/>
          </a:xfrm>
          <a:prstGeom prst="roundRect">
            <a:avLst/>
          </a:prstGeom>
          <a:solidFill>
            <a:srgbClr val="FCF3E6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33C"/>
                </a:solidFill>
              </a:defRPr>
            </a:pPr>
            <a:r>
              <a:t>Reports</a:t>
            </a:r>
            <a:br/>
            <a:r>
              <a:t>&amp;</a:t>
            </a:r>
            <a:br/>
            <a:r>
              <a:t>Stats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360" y="1783080"/>
            <a:ext cx="960120" cy="137160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880360" y="3108960"/>
            <a:ext cx="960120" cy="4572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880360" y="3154680"/>
            <a:ext cx="960120" cy="128016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83680" y="3154680"/>
            <a:ext cx="96012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04120" y="3154680"/>
            <a:ext cx="36576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886200" y="461772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830"/>
                </a:solidFill>
              </a:defRPr>
            </a:pPr>
            <a:r>
              <a:t>Flow: User Login → Role Validation → Module Access → Database Operations → Dashboard / Reports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2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65392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T.Y.B.Tech Computer Engineering • Flora Institute of Technology, Pune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47104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6. Main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DCEB"/>
                </a:solidFill>
              </a:defRPr>
            </a:pPr>
            <a:r>
              <a:t>Functional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73152" cy="18288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289304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755648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Login and role-based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14300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143000"/>
            <a:ext cx="73152" cy="1828800"/>
          </a:xfrm>
          <a:prstGeom prst="rect">
            <a:avLst/>
          </a:prstGeom>
          <a:solidFill>
            <a:srgbClr val="2C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7" y="1289304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Player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1755648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Profiles, participation and achievements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14300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143000"/>
            <a:ext cx="73152" cy="1828800"/>
          </a:xfrm>
          <a:prstGeom prst="rect">
            <a:avLst/>
          </a:prstGeom>
          <a:solidFill>
            <a:srgbClr val="E0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1289304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Team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1755648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Teams, coaches and members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14300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143000"/>
            <a:ext cx="73152" cy="18288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36608" y="1289304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Match Scheduling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608" y="1755648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Upcoming matches, opponents and venues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47472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474720"/>
            <a:ext cx="73152" cy="18288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621024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Training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4087368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Practice sessions and schedules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347472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74720" y="3474720"/>
            <a:ext cx="73152" cy="1828800"/>
          </a:xfrm>
          <a:prstGeom prst="rect">
            <a:avLst/>
          </a:prstGeom>
          <a:solidFill>
            <a:srgbClr val="2C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5887" y="3621024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Attendance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75887" y="4087368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Mark and calculate attendance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347472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55080" y="3474720"/>
            <a:ext cx="73152" cy="1828800"/>
          </a:xfrm>
          <a:prstGeom prst="rect">
            <a:avLst/>
          </a:prstGeom>
          <a:solidFill>
            <a:srgbClr val="E0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3621024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Performance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6248" y="4087368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Record and view player statistics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347472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35440" y="3474720"/>
            <a:ext cx="73152" cy="18288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36608" y="3621024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Announcements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36608" y="4087368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Share important team updates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2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565392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T.Y.B.Tech Computer Engineering • Flora Institute of Technology, Pune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547104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7. Pros and Cons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DCEB"/>
                </a:solidFill>
              </a:defRPr>
            </a:pPr>
            <a:r>
              <a:t>Evaluation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73152" cy="4480560"/>
          </a:xfrm>
          <a:prstGeom prst="rect">
            <a:avLst/>
          </a:prstGeom>
          <a:solidFill>
            <a:srgbClr val="2C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243584"/>
            <a:ext cx="4983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Pros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09928"/>
            <a:ext cx="493775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• Centralized team information</a:t>
            </a:r>
            <a:br/>
            <a:r>
              <a:t>• Reduces manual record keeping</a:t>
            </a:r>
            <a:br/>
            <a:r>
              <a:t>• Easy access to schedules and updates</a:t>
            </a:r>
            <a:br/>
            <a:r>
              <a:t>• Organized attendance and performance records</a:t>
            </a:r>
            <a:br/>
            <a:r>
              <a:t>• Role-based access improves control</a:t>
            </a:r>
            <a:br/>
            <a:r>
              <a:t>• Can be extended to different sports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9728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097280"/>
            <a:ext cx="73152" cy="448056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243584"/>
            <a:ext cx="4983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Cons /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1709928"/>
            <a:ext cx="493775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• Requires user accounts and correct data entry</a:t>
            </a:r>
            <a:br/>
            <a:r>
              <a:t>• Internet / local network access may be required</a:t>
            </a:r>
            <a:br/>
            <a:r>
              <a:t>• Advanced live scoring is outside the basic scope</a:t>
            </a:r>
            <a:br/>
            <a:r>
              <a:t>• Notifications depend on the chosen implementation</a:t>
            </a:r>
            <a:br/>
            <a:r>
              <a:t>• Security and privacy need attention for real deployment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2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65392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T.Y.B.Tech Computer Engineering • Flora Institute of Technology, Pune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547104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8. Analytical / Experimental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DCEB"/>
                </a:solidFill>
              </a:defRPr>
            </a:pPr>
            <a:r>
              <a:t>Proposed evaluation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73152" cy="18288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197863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Test 1 — CRUD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664207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Add, edit, view and delete sample player, team and schedule records. Verify database consistency.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0515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051560"/>
            <a:ext cx="73152" cy="1828800"/>
          </a:xfrm>
          <a:prstGeom prst="rect">
            <a:avLst/>
          </a:prstGeom>
          <a:solidFill>
            <a:srgbClr val="2C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197863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Test 2 — Attendance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664207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Enter present/absent sessions and verify the calculated attendance percentage.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0515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051560"/>
            <a:ext cx="73152" cy="1828800"/>
          </a:xfrm>
          <a:prstGeom prst="rect">
            <a:avLst/>
          </a:prstGeom>
          <a:solidFill>
            <a:srgbClr val="E0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197863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Test 3 — Access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664207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Check that Admin, Coach and Player accounts can access only their permitted modules.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375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337560"/>
            <a:ext cx="73152" cy="1828800"/>
          </a:xfrm>
          <a:prstGeom prst="rect">
            <a:avLst/>
          </a:prstGeom>
          <a:solidFill>
            <a:srgbClr val="E0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483864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Test 4 — Scheduling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3950208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Create upcoming matches/training sessions and verify that players can view the correct details.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33375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70832" y="3337560"/>
            <a:ext cx="73152" cy="18288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483864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Test 5 — Performance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950208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Enter sample performance data and verify that it appears correctly in player/team views.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1583" y="33375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01583" y="3337560"/>
            <a:ext cx="73152" cy="1828800"/>
          </a:xfrm>
          <a:prstGeom prst="rect">
            <a:avLst/>
          </a:prstGeom>
          <a:solidFill>
            <a:srgbClr val="2C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3483864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Expected Outcome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3950208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0"/>
                </a:solidFill>
              </a:defRPr>
            </a:pPr>
            <a:r>
              <a:t>A functional prototype should provide accurate records, simple navigation and reduced manual coordination.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F6978"/>
                </a:solidFill>
              </a:defRPr>
            </a:pPr>
            <a:r>
              <a:t>Note: These are proposed experimental checks; no measured results are claimed in the synopsis.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2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T.Y.B.Tech Computer Engineering • Flora Institute of Technology, Pune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547104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9.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DCEB"/>
                </a:solidFill>
              </a:defRPr>
            </a:pPr>
            <a: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The Online Sports Team Management System provides a centralized and organized way to manage sports-team activities.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It addresses common problems caused by manual records, scattered communication and difficulty in tracking performance.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The proposed design uses straightforward web application techniques such as CRUD, role-based access, attendance calculation and basic reporting.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The system can improve coordination among administrators, coaches and players while reducing repetitive manual work.</a:t>
            </a:r>
          </a:p>
          <a:p>
            <a:pPr>
              <a:spcAft>
                <a:spcPts val="1000"/>
              </a:spcAft>
              <a:defRPr sz="1800">
                <a:solidFill>
                  <a:srgbClr val="232830"/>
                </a:solidFill>
              </a:defRPr>
            </a:pPr>
            <a:r>
              <a:t>• The project is also scalable: additional sports, advanced analytics, notifications or live scoring can be added later.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2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T.Y.B.Tech Computer Engineering • Flora Institute of Technology, Pune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47104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10.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DCEB"/>
                </a:solidFill>
              </a:defRPr>
            </a:pPr>
            <a:r>
              <a:t>As listed in the submitted synopsis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8872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830"/>
                </a:solidFill>
              </a:defRPr>
            </a:pPr>
            <a:r>
              <a:t>• 1. “Sports Event Scheduler using Genetic and Round Robin Algorithm,” IEEE Conference Publication, IEEE Xplore.</a:t>
            </a:r>
          </a:p>
          <a:p>
            <a:pPr>
              <a:spcAft>
                <a:spcPts val="1000"/>
              </a:spcAft>
              <a:defRPr sz="1500">
                <a:solidFill>
                  <a:srgbClr val="232830"/>
                </a:solidFill>
              </a:defRPr>
            </a:pPr>
            <a:r>
              <a:t>• 2. “Design and Implementation of Small and Medium Sports Events Management System,” IEEE Conference Publication, IEEE Xplore.</a:t>
            </a:r>
          </a:p>
          <a:p>
            <a:pPr>
              <a:spcAft>
                <a:spcPts val="1000"/>
              </a:spcAft>
              <a:defRPr sz="1500">
                <a:solidFill>
                  <a:srgbClr val="232830"/>
                </a:solidFill>
              </a:defRPr>
            </a:pPr>
            <a:r>
              <a:t>• 3. “The Research on Sports Events Organization and Management,” IEEE Conference Publication, IEEE Xplore.</a:t>
            </a:r>
          </a:p>
          <a:p>
            <a:pPr>
              <a:spcAft>
                <a:spcPts val="1000"/>
              </a:spcAft>
              <a:defRPr sz="1500">
                <a:solidFill>
                  <a:srgbClr val="232830"/>
                </a:solidFill>
              </a:defRPr>
            </a:pPr>
            <a:r>
              <a:t>• 4. “Research on Sports Computer Integrated Management System Based on Network Environment under the Background of Smart Sports,” IEEE Conference Publication, IEEE Xplore.</a:t>
            </a:r>
          </a:p>
          <a:p>
            <a:pPr>
              <a:spcAft>
                <a:spcPts val="1000"/>
              </a:spcAft>
              <a:defRPr sz="1500">
                <a:solidFill>
                  <a:srgbClr val="232830"/>
                </a:solidFill>
              </a:defRPr>
            </a:pPr>
            <a:r>
              <a:t>• 5. “Design and Actualization of Management System in Sports Teaching,” IEEE Conference Publication, IEEE Xplore.</a:t>
            </a:r>
          </a:p>
          <a:p>
            <a:pPr>
              <a:spcAft>
                <a:spcPts val="1000"/>
              </a:spcAft>
              <a:defRPr sz="1500">
                <a:solidFill>
                  <a:srgbClr val="232830"/>
                </a:solidFill>
              </a:defRPr>
            </a:pPr>
            <a:r>
              <a:t>• 6. “Sports Event Scheduler using Genetic and Round Robin Algorithm,” IEEE Conference Publication, IEEE Xplore.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2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T.Y.B.Tech Computer Engineering • Flora Institute of Technology, Pune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47104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